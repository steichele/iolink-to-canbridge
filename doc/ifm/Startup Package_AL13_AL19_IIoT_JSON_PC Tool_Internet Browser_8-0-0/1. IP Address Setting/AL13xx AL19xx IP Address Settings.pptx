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 bookmarkIdSeed="6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95" r:id="rId2"/>
    <p:sldId id="325" r:id="rId3"/>
    <p:sldId id="326" r:id="rId4"/>
    <p:sldId id="327" r:id="rId5"/>
  </p:sldIdLst>
  <p:sldSz cx="9144000" cy="6858000" type="screen4x3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E00"/>
    <a:srgbClr val="C0C0C0"/>
    <a:srgbClr val="F8F8F8"/>
    <a:srgbClr val="DDDDDD"/>
    <a:srgbClr val="EAEAEA"/>
    <a:srgbClr val="D8E5F2"/>
    <a:srgbClr val="F7FEFF"/>
    <a:srgbClr val="EF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7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ifm electronic gmbh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96B3F3-DF5A-4E51-8CC3-95DFF2D63EEE}" type="datetime1">
              <a:rPr lang="de-DE" altLang="de-DE" smtClean="0"/>
              <a:t>14.12.2020</a:t>
            </a:fld>
            <a:endParaRPr lang="de-DE" altLang="de-DE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BDF762-4C35-4EBD-9165-347517D6091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82136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ifm electronic gmbh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8A4D4C8-C376-4F4C-976A-820DF0DA2D1E}" type="datetime1">
              <a:rPr lang="de-DE" altLang="de-DE" smtClean="0"/>
              <a:t>14.12.2020</a:t>
            </a:fld>
            <a:endParaRPr lang="de-DE" alt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43000" y="4800600"/>
            <a:ext cx="45720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2FE2A09-1CFF-45BF-A3F0-1B94A841C80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11788797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de-DE"/>
              <a:t>ifm electronic gmbh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E16488-5433-49AC-B318-73E8FC630E83}" type="datetime1">
              <a:rPr lang="de-DE" altLang="de-DE" sz="1200" smtClean="0"/>
              <a:t>14.12.2020</a:t>
            </a:fld>
            <a:endParaRPr lang="de-DE" altLang="de-DE" sz="120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CFD8E8-A6E0-4ADA-A433-FA45E9BADF0A}" type="slidenum">
              <a:rPr lang="de-DE" altLang="de-DE" sz="1000"/>
              <a:pPr/>
              <a:t>1</a:t>
            </a:fld>
            <a:endParaRPr lang="de-DE" altLang="de-DE" sz="100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1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de-DE"/>
              <a:t>ifm electronic gmbh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E16488-5433-49AC-B318-73E8FC630E83}" type="datetime1">
              <a:rPr lang="de-DE" altLang="de-DE" sz="1200" smtClean="0"/>
              <a:t>14.12.2020</a:t>
            </a:fld>
            <a:endParaRPr lang="de-DE" altLang="de-DE" sz="120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CFD8E8-A6E0-4ADA-A433-FA45E9BADF0A}" type="slidenum">
              <a:rPr lang="de-DE" altLang="de-DE" sz="1000"/>
              <a:pPr/>
              <a:t>2</a:t>
            </a:fld>
            <a:endParaRPr lang="de-DE" altLang="de-DE" sz="100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52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de-DE"/>
              <a:t>ifm electronic gmbh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E16488-5433-49AC-B318-73E8FC630E83}" type="datetime1">
              <a:rPr lang="de-DE" altLang="de-DE" sz="1200" smtClean="0"/>
              <a:t>14.12.2020</a:t>
            </a:fld>
            <a:endParaRPr lang="de-DE" altLang="de-DE" sz="120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CFD8E8-A6E0-4ADA-A433-FA45E9BADF0A}" type="slidenum">
              <a:rPr lang="de-DE" altLang="de-DE" sz="1000"/>
              <a:pPr/>
              <a:t>3</a:t>
            </a:fld>
            <a:endParaRPr lang="de-DE" altLang="de-DE" sz="100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86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de-DE"/>
              <a:t>ifm electronic gmbh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E16488-5433-49AC-B318-73E8FC630E83}" type="datetime1">
              <a:rPr lang="de-DE" altLang="de-DE" sz="1200" smtClean="0"/>
              <a:t>14.12.2020</a:t>
            </a:fld>
            <a:endParaRPr lang="de-DE" altLang="de-DE" sz="120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CFD8E8-A6E0-4ADA-A433-FA45E9BADF0A}" type="slidenum">
              <a:rPr lang="de-DE" altLang="de-DE" sz="1000"/>
              <a:pPr/>
              <a:t>4</a:t>
            </a:fld>
            <a:endParaRPr lang="de-DE" altLang="de-DE" sz="100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907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8" descr="Kopf neutra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97"/>
          <a:stretch>
            <a:fillRect/>
          </a:stretch>
        </p:blipFill>
        <p:spPr bwMode="auto">
          <a:xfrm>
            <a:off x="0" y="0"/>
            <a:ext cx="9144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250825" y="1906588"/>
            <a:ext cx="8637588" cy="11430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50000"/>
                  </a:srgbClr>
                </a:solidFill>
              </a14:hiddenFill>
            </a:ext>
          </a:extLst>
        </p:spPr>
        <p:txBody>
          <a:bodyPr anchor="ctr"/>
          <a:lstStyle>
            <a:lvl1pPr algn="ctr">
              <a:spcAft>
                <a:spcPct val="20000"/>
              </a:spcAft>
              <a:buClr>
                <a:srgbClr val="FF9900"/>
              </a:buClr>
              <a:buFont typeface="Webdings" charset="0"/>
              <a:buNone/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Titelmasterformat durch Klicken bearbeiten</a:t>
            </a:r>
          </a:p>
        </p:txBody>
      </p:sp>
      <p:sp>
        <p:nvSpPr>
          <p:cNvPr id="6657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50000"/>
                  </a:srgbClr>
                </a:solidFill>
              </a14:hiddenFill>
            </a:ext>
          </a:extLst>
        </p:spPr>
        <p:txBody>
          <a:bodyPr/>
          <a:lstStyle>
            <a:lvl1pPr marL="234950" indent="-234950">
              <a:defRPr/>
            </a:lvl1pPr>
          </a:lstStyle>
          <a:p>
            <a:pPr lv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3641725" y="6584950"/>
            <a:ext cx="1905000" cy="257175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Date: </a:t>
            </a:r>
            <a:fld id="{AA8D2532-E736-444D-824A-E38972CDE548}" type="datetime1">
              <a:rPr lang="de-DE" altLang="de-DE" smtClean="0"/>
              <a:pPr/>
              <a:t>14.12.2020</a:t>
            </a:fld>
            <a:endParaRPr lang="de-DE" altLang="de-DE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05638" y="6584950"/>
            <a:ext cx="1905000" cy="2667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Page: </a:t>
            </a:r>
            <a:fld id="{5F290975-0713-451A-A34F-EF324AA13DD9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ftr" sz="quarter" idx="12"/>
          </p:nvPr>
        </p:nvSpPr>
        <p:spPr>
          <a:xfrm>
            <a:off x="250825" y="6584950"/>
            <a:ext cx="2257425" cy="276225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©  ifm ecomatic gmbh</a:t>
            </a:r>
          </a:p>
        </p:txBody>
      </p:sp>
    </p:spTree>
    <p:extLst>
      <p:ext uri="{BB962C8B-B14F-4D97-AF65-F5344CB8AC3E}">
        <p14:creationId xmlns:p14="http://schemas.microsoft.com/office/powerpoint/2010/main" val="17766785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Date: </a:t>
            </a:r>
            <a:fld id="{69BF6E80-625E-4A7F-ABDE-C39131343591}" type="datetime1">
              <a:rPr lang="de-DE" altLang="de-DE" smtClean="0"/>
              <a:pPr/>
              <a:t>14.12.2020</a:t>
            </a:fld>
            <a:endParaRPr lang="de-DE" altLang="de-DE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Page: </a:t>
            </a:r>
            <a:fld id="{72F6845D-D954-41F7-B2F0-2AD0501F7C77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©  ifm ecomatic gmbh</a:t>
            </a:r>
          </a:p>
        </p:txBody>
      </p:sp>
    </p:spTree>
    <p:extLst>
      <p:ext uri="{BB962C8B-B14F-4D97-AF65-F5344CB8AC3E}">
        <p14:creationId xmlns:p14="http://schemas.microsoft.com/office/powerpoint/2010/main" val="149730071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el, Inhal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82738" y="1366838"/>
            <a:ext cx="7305675" cy="3952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582738" y="1835150"/>
            <a:ext cx="3576637" cy="46069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311775" y="1835150"/>
            <a:ext cx="3576638" cy="46069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Date</a:t>
            </a:r>
            <a:r>
              <a:rPr lang="de-DE" altLang="de-DE"/>
              <a:t>: </a:t>
            </a:r>
            <a:fld id="{C1089B6D-84BD-45F7-B735-2FD930174F38}" type="datetime1">
              <a:rPr lang="de-DE" altLang="de-DE" smtClean="0"/>
              <a:pPr/>
              <a:t>14.12.2020</a:t>
            </a:fld>
            <a:endParaRPr lang="de-DE" altLang="de-DE" dirty="0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Page: </a:t>
            </a:r>
            <a:fld id="{84286B8E-55A0-490D-8981-C2CAE530F7E0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©  ifm ecomatic gmbh</a:t>
            </a:r>
          </a:p>
        </p:txBody>
      </p:sp>
    </p:spTree>
    <p:extLst>
      <p:ext uri="{BB962C8B-B14F-4D97-AF65-F5344CB8AC3E}">
        <p14:creationId xmlns:p14="http://schemas.microsoft.com/office/powerpoint/2010/main" val="247306484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>
          <a:xfrm>
            <a:off x="1582738" y="1366838"/>
            <a:ext cx="7305675" cy="3952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1582738" y="1835150"/>
            <a:ext cx="3576637" cy="222726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5311775" y="1835150"/>
            <a:ext cx="3576638" cy="222726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1582738" y="4214813"/>
            <a:ext cx="3576637" cy="222726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311775" y="4214813"/>
            <a:ext cx="3576638" cy="222726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Date: </a:t>
            </a:r>
            <a:fld id="{082AB986-B606-45B1-AB3A-F8CE08343723}" type="datetime1">
              <a:rPr lang="de-DE" altLang="de-DE" smtClean="0"/>
              <a:pPr/>
              <a:t>14.12.2020</a:t>
            </a:fld>
            <a:endParaRPr lang="de-DE" altLang="de-DE" dirty="0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 dirty="0"/>
              <a:t>Page: </a:t>
            </a:r>
            <a:fld id="{7409BF7E-A518-4266-A4EB-0323F5AD71BE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9" name="Rectangle 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©  ifm ecomatic gmbh</a:t>
            </a:r>
          </a:p>
        </p:txBody>
      </p:sp>
    </p:spTree>
    <p:extLst>
      <p:ext uri="{BB962C8B-B14F-4D97-AF65-F5344CB8AC3E}">
        <p14:creationId xmlns:p14="http://schemas.microsoft.com/office/powerpoint/2010/main" val="32878063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81463" y="6584950"/>
            <a:ext cx="26797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/>
            </a:lvl1pPr>
          </a:lstStyle>
          <a:p>
            <a:r>
              <a:rPr lang="de-DE" altLang="de-DE" dirty="0"/>
              <a:t>Date</a:t>
            </a:r>
            <a:r>
              <a:rPr lang="de-DE" altLang="de-DE"/>
              <a:t>: </a:t>
            </a:r>
            <a:fld id="{574080A7-8919-4D31-A668-3AF877D3183D}" type="datetime1">
              <a:rPr lang="de-DE" altLang="de-DE" smtClean="0"/>
              <a:pPr/>
              <a:t>14.12.2020</a:t>
            </a:fld>
            <a:endParaRPr lang="de-DE" altLang="de-DE" dirty="0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80238" y="6584950"/>
            <a:ext cx="192722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900"/>
            </a:lvl1pPr>
          </a:lstStyle>
          <a:p>
            <a:r>
              <a:rPr lang="de-DE" altLang="de-DE" dirty="0"/>
              <a:t>Page </a:t>
            </a:r>
            <a:fld id="{E0AD2094-40C3-4D60-8796-508FA5DE587D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82738" y="6584950"/>
            <a:ext cx="22574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r>
              <a:rPr lang="de-DE" altLang="de-DE"/>
              <a:t>©  ifm ecomatic gmbh</a:t>
            </a:r>
          </a:p>
        </p:txBody>
      </p:sp>
      <p:sp>
        <p:nvSpPr>
          <p:cNvPr id="1057" name="Rectangle 33"/>
          <p:cNvSpPr>
            <a:spLocks noGrp="1" noChangeArrowheads="1"/>
          </p:cNvSpPr>
          <p:nvPr>
            <p:ph type="title"/>
          </p:nvPr>
        </p:nvSpPr>
        <p:spPr bwMode="auto">
          <a:xfrm>
            <a:off x="1582738" y="1366838"/>
            <a:ext cx="7305675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58" name="Rectangle 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82738" y="1835150"/>
            <a:ext cx="73056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Mastertextformat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76" name="Rectangle 52"/>
          <p:cNvSpPr>
            <a:spLocks noChangeArrowheads="1"/>
          </p:cNvSpPr>
          <p:nvPr/>
        </p:nvSpPr>
        <p:spPr bwMode="auto">
          <a:xfrm>
            <a:off x="0" y="1152525"/>
            <a:ext cx="1295400" cy="570547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FF9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latin typeface="Arial" charset="0"/>
              <a:ea typeface="ＭＳ Ｐゴシック" charset="0"/>
            </a:endParaRPr>
          </a:p>
        </p:txBody>
      </p:sp>
      <p:pic>
        <p:nvPicPr>
          <p:cNvPr id="1032" name="Bild 9" descr="Kopf neutral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97"/>
          <a:stretch>
            <a:fillRect/>
          </a:stretch>
        </p:blipFill>
        <p:spPr bwMode="auto">
          <a:xfrm>
            <a:off x="0" y="0"/>
            <a:ext cx="91440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8"/>
          <p:cNvSpPr>
            <a:spLocks noChangeArrowheads="1"/>
          </p:cNvSpPr>
          <p:nvPr userDrawn="1"/>
        </p:nvSpPr>
        <p:spPr bwMode="auto">
          <a:xfrm>
            <a:off x="1295400" y="439340"/>
            <a:ext cx="6594475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de-DE" altLang="de-DE" dirty="0"/>
              <a:t>Setup</a:t>
            </a:r>
            <a:r>
              <a:rPr lang="de-DE" altLang="de-DE" baseline="0" dirty="0"/>
              <a:t> </a:t>
            </a:r>
            <a:r>
              <a:rPr lang="de-DE" altLang="de-DE" dirty="0"/>
              <a:t>Guide –   AL1122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8" r:id="rId2"/>
    <p:sldLayoutId id="2147483669" r:id="rId3"/>
    <p:sldLayoutId id="2147483670" r:id="rId4"/>
  </p:sldLayoutIdLst>
  <p:transition/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206375" indent="-206375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panose="05000000000000000000" pitchFamily="2" charset="2"/>
        <a:buChar char="l"/>
        <a:defRPr b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574675" indent="-190500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panose="05000000000000000000" pitchFamily="2" charset="2"/>
        <a:buChar char="l"/>
        <a:defRPr sz="1400" b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955675" indent="-193675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panose="05000000000000000000" pitchFamily="2" charset="2"/>
        <a:buChar char="l"/>
        <a:defRPr sz="1400" b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336675" indent="-190500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panose="05000000000000000000" pitchFamily="2" charset="2"/>
        <a:buChar char="l"/>
        <a:defRPr sz="1400"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17675" indent="-190500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panose="05000000000000000000" pitchFamily="2" charset="2"/>
        <a:buChar char="l"/>
        <a:defRPr sz="1400"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74875" indent="-190500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charset="0"/>
        <a:buChar char="l"/>
        <a:defRPr sz="1400" b="1">
          <a:solidFill>
            <a:schemeClr val="tx1"/>
          </a:solidFill>
          <a:latin typeface="+mn-lt"/>
          <a:ea typeface="+mn-ea"/>
        </a:defRPr>
      </a:lvl6pPr>
      <a:lvl7pPr marL="2632075" indent="-190500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charset="0"/>
        <a:buChar char="l"/>
        <a:defRPr sz="1400" b="1">
          <a:solidFill>
            <a:schemeClr val="tx1"/>
          </a:solidFill>
          <a:latin typeface="+mn-lt"/>
          <a:ea typeface="+mn-ea"/>
        </a:defRPr>
      </a:lvl7pPr>
      <a:lvl8pPr marL="3089275" indent="-190500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charset="0"/>
        <a:buChar char="l"/>
        <a:defRPr sz="1400" b="1">
          <a:solidFill>
            <a:schemeClr val="tx1"/>
          </a:solidFill>
          <a:latin typeface="+mn-lt"/>
          <a:ea typeface="+mn-ea"/>
        </a:defRPr>
      </a:lvl8pPr>
      <a:lvl9pPr marL="3546475" indent="-190500" algn="l" rtl="0" eaLnBrk="1" fontAlgn="base" hangingPunct="1">
        <a:spcBef>
          <a:spcPct val="0"/>
        </a:spcBef>
        <a:spcAft>
          <a:spcPct val="20000"/>
        </a:spcAft>
        <a:buClr>
          <a:srgbClr val="FF9900"/>
        </a:buClr>
        <a:buFont typeface="Wingdings" charset="0"/>
        <a:buChar char="l"/>
        <a:defRPr sz="1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466312"/>
              </p:ext>
            </p:extLst>
          </p:nvPr>
        </p:nvGraphicFramePr>
        <p:xfrm>
          <a:off x="1794731" y="1952368"/>
          <a:ext cx="5199191" cy="535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9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545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de-DE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4572000" y="124823"/>
            <a:ext cx="49860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AL13xx AL19xx Setting IP </a:t>
            </a:r>
            <a:r>
              <a:rPr lang="de-DE" dirty="0" err="1">
                <a:solidFill>
                  <a:srgbClr val="000000"/>
                </a:solidFill>
                <a:latin typeface="Calibri" panose="020F0502020204030204" pitchFamily="34" charset="0"/>
              </a:rPr>
              <a:t>Address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345057" y="1578873"/>
            <a:ext cx="793630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Configuring the AL13xx AL19xx IO-Link Master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Set IP- address </a:t>
            </a:r>
          </a:p>
          <a:p>
            <a:endParaRPr lang="de-DE" dirty="0">
              <a:latin typeface="Calibri" panose="020F0502020204030204" pitchFamily="34" charset="0"/>
            </a:endParaRPr>
          </a:p>
          <a:p>
            <a:r>
              <a:rPr lang="de-DE" dirty="0">
                <a:latin typeface="Calibri" panose="020F0502020204030204" pitchFamily="34" charset="0"/>
              </a:rPr>
              <a:t> </a:t>
            </a:r>
            <a:r>
              <a:rPr lang="de-DE" sz="1400" dirty="0">
                <a:latin typeface="Calibri" panose="020F0502020204030204" pitchFamily="34" charset="0"/>
              </a:rPr>
              <a:t> 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10" y="3533273"/>
            <a:ext cx="1998954" cy="2999907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21" y="3672731"/>
            <a:ext cx="1924181" cy="2887692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679" y="3672731"/>
            <a:ext cx="1970167" cy="2956705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8820" y="3589821"/>
            <a:ext cx="2080658" cy="312252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783" y="3672731"/>
            <a:ext cx="2067965" cy="31034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1794731" y="1952368"/>
          <a:ext cx="5199191" cy="535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9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545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de-DE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7" y="1918389"/>
            <a:ext cx="2828925" cy="1209675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270818" y="1366770"/>
            <a:ext cx="4155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chemeClr val="tx1"/>
              </a:buClr>
              <a:buFont typeface="Webdings" panose="05030102010509060703" pitchFamily="18" charset="2"/>
              <a:buAutoNum type="arabicPeriod"/>
            </a:pPr>
            <a:r>
              <a:rPr lang="de-DE" altLang="de-DE" dirty="0"/>
              <a:t>Open LR Device </a:t>
            </a:r>
            <a:r>
              <a:rPr lang="de-DE" altLang="de-DE" dirty="0" err="1"/>
              <a:t>software</a:t>
            </a:r>
            <a:endParaRPr lang="de-DE" altLang="de-DE" dirty="0"/>
          </a:p>
        </p:txBody>
      </p:sp>
      <p:sp>
        <p:nvSpPr>
          <p:cNvPr id="14" name="Rechteck 13"/>
          <p:cNvSpPr/>
          <p:nvPr/>
        </p:nvSpPr>
        <p:spPr>
          <a:xfrm>
            <a:off x="331639" y="3218018"/>
            <a:ext cx="368568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chemeClr val="tx1"/>
              </a:buClr>
              <a:buAutoNum type="arabicPeriod" startAt="2"/>
            </a:pPr>
            <a:r>
              <a:rPr lang="de-DE" altLang="de-DE" dirty="0"/>
              <a:t>Scan Device </a:t>
            </a:r>
          </a:p>
          <a:p>
            <a:pPr>
              <a:buClr>
                <a:schemeClr val="tx1"/>
              </a:buClr>
            </a:pPr>
            <a:endParaRPr lang="de-DE" altLang="de-DE" sz="1800" dirty="0"/>
          </a:p>
          <a:p>
            <a:pPr>
              <a:buClr>
                <a:schemeClr val="tx1"/>
              </a:buClr>
            </a:pPr>
            <a:r>
              <a:rPr lang="de-DE" altLang="de-DE" sz="1800" b="1" dirty="0"/>
              <a:t>Check </a:t>
            </a:r>
            <a:r>
              <a:rPr lang="de-DE" altLang="de-DE" sz="1800" b="1" dirty="0" err="1"/>
              <a:t>if</a:t>
            </a:r>
            <a:r>
              <a:rPr lang="de-DE" altLang="de-DE" sz="1800" b="1" dirty="0"/>
              <a:t> </a:t>
            </a:r>
            <a:r>
              <a:rPr lang="de-DE" altLang="de-DE" sz="1800" b="1" dirty="0" err="1"/>
              <a:t>IoT</a:t>
            </a:r>
            <a:r>
              <a:rPr lang="de-DE" altLang="de-DE" sz="1800" b="1" dirty="0"/>
              <a:t>- </a:t>
            </a:r>
            <a:r>
              <a:rPr lang="de-DE" altLang="de-DE" sz="1800" b="1" dirty="0" err="1"/>
              <a:t>port</a:t>
            </a:r>
            <a:r>
              <a:rPr lang="de-DE" altLang="de-DE" sz="1800" b="1" dirty="0"/>
              <a:t> </a:t>
            </a:r>
            <a:r>
              <a:rPr lang="de-DE" altLang="de-DE" sz="1800" b="1" dirty="0" err="1"/>
              <a:t>is</a:t>
            </a:r>
            <a:r>
              <a:rPr lang="de-DE" altLang="de-DE" sz="1800" b="1" dirty="0"/>
              <a:t> </a:t>
            </a:r>
            <a:r>
              <a:rPr lang="de-DE" altLang="de-DE" sz="1800" b="1" dirty="0" err="1"/>
              <a:t>connected</a:t>
            </a:r>
            <a:r>
              <a:rPr lang="de-DE" altLang="de-DE" sz="1800" b="1" dirty="0"/>
              <a:t> !</a:t>
            </a: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504" y="3269411"/>
            <a:ext cx="551409" cy="551409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440" y="3269410"/>
            <a:ext cx="3073431" cy="2870615"/>
          </a:xfrm>
          <a:prstGeom prst="rect">
            <a:avLst/>
          </a:prstGeom>
        </p:spPr>
      </p:pic>
      <p:sp>
        <p:nvSpPr>
          <p:cNvPr id="7" name="Pfeil nach rechts 6"/>
          <p:cNvSpPr/>
          <p:nvPr/>
        </p:nvSpPr>
        <p:spPr bwMode="auto">
          <a:xfrm>
            <a:off x="2984740" y="4882551"/>
            <a:ext cx="1337094" cy="25016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5F4AA9-5BA1-45B6-9D29-91F6CB2001F2}"/>
              </a:ext>
            </a:extLst>
          </p:cNvPr>
          <p:cNvSpPr/>
          <p:nvPr/>
        </p:nvSpPr>
        <p:spPr>
          <a:xfrm>
            <a:off x="4572000" y="124823"/>
            <a:ext cx="49860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AL13xx AL19xx Setting IP </a:t>
            </a:r>
            <a:r>
              <a:rPr lang="de-DE" dirty="0" err="1">
                <a:solidFill>
                  <a:srgbClr val="000000"/>
                </a:solidFill>
                <a:latin typeface="Calibri" panose="020F0502020204030204" pitchFamily="34" charset="0"/>
              </a:rPr>
              <a:t>Address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26957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1794731" y="1952368"/>
          <a:ext cx="5199191" cy="535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9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545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de-DE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hteck 15"/>
          <p:cNvSpPr/>
          <p:nvPr/>
        </p:nvSpPr>
        <p:spPr>
          <a:xfrm>
            <a:off x="264387" y="1327304"/>
            <a:ext cx="3813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tx1"/>
              </a:buClr>
            </a:pPr>
            <a:r>
              <a:rPr lang="de-DE" altLang="de-DE" dirty="0"/>
              <a:t>3. Read Device Parameter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90" y="1952871"/>
            <a:ext cx="7613636" cy="4092329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6072CD7-0FB9-45FA-928D-070274144096}"/>
              </a:ext>
            </a:extLst>
          </p:cNvPr>
          <p:cNvSpPr/>
          <p:nvPr/>
        </p:nvSpPr>
        <p:spPr>
          <a:xfrm>
            <a:off x="4572000" y="124823"/>
            <a:ext cx="49860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AL13xx AL19xx Setting IP </a:t>
            </a:r>
            <a:r>
              <a:rPr lang="de-DE" dirty="0" err="1">
                <a:solidFill>
                  <a:srgbClr val="000000"/>
                </a:solidFill>
                <a:latin typeface="Calibri" panose="020F0502020204030204" pitchFamily="34" charset="0"/>
              </a:rPr>
              <a:t>Address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72804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1794731" y="1952368"/>
          <a:ext cx="5199191" cy="535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9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545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de-DE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hteck 15"/>
          <p:cNvSpPr/>
          <p:nvPr/>
        </p:nvSpPr>
        <p:spPr>
          <a:xfrm>
            <a:off x="264387" y="1327304"/>
            <a:ext cx="7506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tx1"/>
              </a:buClr>
            </a:pPr>
            <a:r>
              <a:rPr lang="de-DE" altLang="de-DE" dirty="0"/>
              <a:t>4. Change IP- </a:t>
            </a:r>
            <a:r>
              <a:rPr lang="de-DE" altLang="de-DE" dirty="0" err="1"/>
              <a:t>Address</a:t>
            </a:r>
            <a:r>
              <a:rPr lang="de-DE" altLang="de-DE" dirty="0"/>
              <a:t> </a:t>
            </a:r>
            <a:r>
              <a:rPr lang="de-DE" altLang="de-DE" dirty="0" err="1"/>
              <a:t>of</a:t>
            </a:r>
            <a:r>
              <a:rPr lang="de-DE" altLang="de-DE" dirty="0"/>
              <a:t> </a:t>
            </a:r>
            <a:r>
              <a:rPr lang="de-DE" altLang="de-DE" dirty="0" err="1"/>
              <a:t>IoT</a:t>
            </a:r>
            <a:r>
              <a:rPr lang="de-DE" altLang="de-DE" dirty="0"/>
              <a:t>- </a:t>
            </a:r>
            <a:r>
              <a:rPr lang="de-DE" altLang="de-DE" dirty="0" err="1"/>
              <a:t>port</a:t>
            </a:r>
            <a:r>
              <a:rPr lang="de-DE" altLang="de-DE" dirty="0"/>
              <a:t> </a:t>
            </a:r>
            <a:r>
              <a:rPr lang="de-DE" altLang="de-DE" dirty="0" err="1"/>
              <a:t>and</a:t>
            </a:r>
            <a:r>
              <a:rPr lang="de-DE" altLang="de-DE" dirty="0"/>
              <a:t> </a:t>
            </a:r>
            <a:r>
              <a:rPr lang="de-DE" altLang="de-DE" dirty="0" err="1"/>
              <a:t>write</a:t>
            </a:r>
            <a:r>
              <a:rPr lang="de-DE" altLang="de-DE" dirty="0"/>
              <a:t>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device</a:t>
            </a:r>
            <a:endParaRPr lang="de-DE" alt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36" y="1902754"/>
            <a:ext cx="7785705" cy="418749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4D359CE-3D91-4409-B02B-5D414EFB378A}"/>
              </a:ext>
            </a:extLst>
          </p:cNvPr>
          <p:cNvSpPr/>
          <p:nvPr/>
        </p:nvSpPr>
        <p:spPr>
          <a:xfrm>
            <a:off x="4572000" y="124823"/>
            <a:ext cx="49860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AL13xx AL19xx Setting IP </a:t>
            </a:r>
            <a:r>
              <a:rPr lang="de-DE" dirty="0" err="1">
                <a:solidFill>
                  <a:srgbClr val="000000"/>
                </a:solidFill>
                <a:latin typeface="Calibri" panose="020F0502020204030204" pitchFamily="34" charset="0"/>
              </a:rPr>
              <a:t>Address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983046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RESENTATION_datalink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FFCC66"/>
      </a:accent1>
      <a:accent2>
        <a:srgbClr val="0033CC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2DB9"/>
      </a:accent6>
      <a:hlink>
        <a:srgbClr val="9999FF"/>
      </a:hlink>
      <a:folHlink>
        <a:srgbClr val="C0C0C0"/>
      </a:folHlink>
    </a:clrScheme>
    <a:fontScheme name="Office-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Office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PRESENTATION_ecomatic</Template>
  <TotalTime>0</TotalTime>
  <Words>86</Words>
  <Application>Microsoft Office PowerPoint</Application>
  <PresentationFormat>Bildschirmpräsentation (4:3)</PresentationFormat>
  <Paragraphs>32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Webdings</vt:lpstr>
      <vt:lpstr>Wingdings</vt:lpstr>
      <vt:lpstr>PRESENTATION_datalink</vt:lpstr>
      <vt:lpstr>PowerPoint-Präsentation</vt:lpstr>
      <vt:lpstr>PowerPoint-Präsentation</vt:lpstr>
      <vt:lpstr>PowerPoint-Präsentation</vt:lpstr>
      <vt:lpstr>PowerPoint-Präsentation</vt:lpstr>
    </vt:vector>
  </TitlesOfParts>
  <Company>ifm electronic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Setup Guide – IO-Link</dc:title>
  <dc:creator>Admin</dc:creator>
  <cp:lastModifiedBy>Wolff, Tobias</cp:lastModifiedBy>
  <cp:revision>106</cp:revision>
  <cp:lastPrinted>2000-09-12T13:03:55Z</cp:lastPrinted>
  <dcterms:created xsi:type="dcterms:W3CDTF">2015-08-19T07:07:38Z</dcterms:created>
  <dcterms:modified xsi:type="dcterms:W3CDTF">2020-12-14T11:51:11Z</dcterms:modified>
</cp:coreProperties>
</file>